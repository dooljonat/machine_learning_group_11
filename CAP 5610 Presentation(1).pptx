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verage"/>
      <p:regular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6311A3-57FA-4D50-A218-28FAEB654FD3}">
  <a:tblStyle styleId="{F66311A3-57FA-4D50-A218-28FAEB654F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verage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d971188bb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d971188b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d971188bb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d971188bb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971188b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971188b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d971188b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d971188b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971188bb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971188bb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d971188bb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d971188bb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971188bb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d971188bb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971188bb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d971188bb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d971188bb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d971188bb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d971188bb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d971188bb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d971188bb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d971188bb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d971188bb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d971188b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d971188bb_4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d971188bb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d971188bb_4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d971188bb_4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d971188bb_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d971188bb_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d971188bb_4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d971188bb_4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Project Proposal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 5610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Armin Delmo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Austin Robinson (Team Coordinator)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Brady Napier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Jonathan Dooley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Thomas Kern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Classification Problem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Task: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Given an image the model should correctly identify the class of the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Applications: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Disease Identification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Facial </a:t>
            </a:r>
            <a:r>
              <a:rPr lang="en"/>
              <a:t>Recognition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Automatic Content Tagging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Finding Similar Images to an Input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Tiny ImageNet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Downscaled version of ImageNet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64 x 64 RGB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100,000 training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10,000 testing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12,288 features (3 color channels per pixel)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200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Possible preprocessing: PCA to reduce feature dimensionality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(Armin)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Interprets a series of decisions made to output an expected outcome; typically built with greedy heuristics (ID3, C4.5)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Model is very interpretable; handles numerical / categorical data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Struggles with noise, variance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Overfitting is very easy to fall into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Bayes </a:t>
            </a:r>
            <a:r>
              <a:rPr lang="en"/>
              <a:t>Classifier (Austin)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Bayes Theorem to calculate probability of class given data to find class with </a:t>
            </a:r>
            <a:r>
              <a:rPr lang="en"/>
              <a:t>the highest</a:t>
            </a:r>
            <a:r>
              <a:rPr lang="en"/>
              <a:t> probability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is fast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Assumes features are </a:t>
            </a:r>
            <a:r>
              <a:rPr lang="en"/>
              <a:t>conditionally</a:t>
            </a:r>
            <a:r>
              <a:rPr lang="en"/>
              <a:t> independent given the class; for images this is typically not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spatial awareness, this is critical for image classification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(Thomas)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Learns decision plane using sigmoid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Gives probabilities, not just 0/1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 &amp; efficient to train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Designed for binary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Weights may explode with large numbers of features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SVM (Brady)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Finds the hyperplane which maximizes the margin between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Works well when the number of features is larger than the number of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Cannot capture spatial relations since images are flattened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Requires feature engineering since it does not learn visual features automatically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SVM (Jonathan)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Finds the hyperplane which maximizes the margin between classes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Uses “kernel trick” to handle data that is not linearly separable by mapping features to a higher dimensional space.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Works well when the number of features is larger than the number of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Requires feature engineering since it does not learn visual features automatically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Training time scales poorly with dataset size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Multiclass will be difficult - will require training k(k-1)/2 models for k classes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Perceptron (MLP) (Austin)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multiple fully connected perceptron layers as well as non-linear activation functions to learn complex, non-linear decision boundaries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learn non-linear decision boundaries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Versatile</a:t>
            </a:r>
            <a:r>
              <a:rPr lang="en"/>
              <a:t>, can be applied to many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can take a long time with large amounts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spatial awareness.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Network (CNN) (Brady)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convolutional filters to learn spatial patterns (edges, textures, and shapes) through multiple layers such as convolution and pooling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Learns spatial and hierarchical visual features (designed for image classification)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Requires significant computational resources, increasing training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Risk of overfitting due to many parameters (can use augmentation or dropout)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Short-Term Memory Network (LSTM) (Armin)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About:</a:t>
            </a:r>
            <a:endParaRPr b="1" sz="4000"/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4000"/>
              <a:t>Special type of RNNs, typically used for long-term dependencies like stock markets and sequences of items (sentences)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/>
              <a:t>Strengths:</a:t>
            </a:r>
            <a:endParaRPr b="1" sz="4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4000"/>
              <a:t>Preserves information over long spans of time unlike RNNs (memory cells, gates)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/>
              <a:t>Weakness:</a:t>
            </a:r>
            <a:endParaRPr b="1" sz="4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4000"/>
              <a:t>Relies on dependent inputs</a:t>
            </a:r>
            <a:endParaRPr sz="4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4000"/>
              <a:t>Sequential stepping means slow training; computationally expensive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 (Encoder-only) (Thomas)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Turns sequences of features into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Combines tokens and context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spatial relationships between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Non-recurrent (thus faster training times)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require a very large number of tokens to learn correctly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token might not appear enough times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 (Decoder-only) (Jonathan)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Large Language Models are “next-token predictors.” They are fed a sequence of tokens, and the model predicts the next most probable token.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Scales well with dataset size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Potential for transfer-learning (Starting with a pretrained model and fine-tuning)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Will require tokenization of images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High computational cost with the self-attention mechanism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Has to learn translation / transformation invariance (Might require a </a:t>
            </a:r>
            <a:r>
              <a:rPr lang="en" u="sng"/>
              <a:t>lot</a:t>
            </a:r>
            <a:r>
              <a:rPr lang="en"/>
              <a:t> of data to do so)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409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Standard: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Precision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K-fold Cross Validation: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Determine if data sampling is a fluke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Average results across runs 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0" y="1152475"/>
            <a:ext cx="409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Special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Confusion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Compare actual -&gt; predicted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F1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Dice coefficient is specialized for imagery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graphicFrame>
        <p:nvGraphicFramePr>
          <p:cNvPr id="151" name="Google Shape;151;p28"/>
          <p:cNvGraphicFramePr/>
          <p:nvPr/>
        </p:nvGraphicFramePr>
        <p:xfrm>
          <a:off x="756950" y="14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{F66311A3-57FA-4D50-A218-28FAEB654FD3}</a:tableStyleId>
              </a:tblPr>
              <a:tblGrid>
                <a:gridCol w="3837600"/>
                <a:gridCol w="3837600"/>
              </a:tblGrid>
              <a:tr h="58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Deliverable</a:t>
                      </a:r>
                      <a:endParaRPr b="1" sz="1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Deadline</a:t>
                      </a:r>
                      <a:endParaRPr b="1" sz="1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1st model completed by each member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April 10th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2nd model completed by each member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April 17th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Final presentation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May 4th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